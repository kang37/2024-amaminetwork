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7"/>
  </p:normalViewPr>
  <p:slideViewPr>
    <p:cSldViewPr snapToGrid="0" snapToObjects="1">
      <p:cViewPr varScale="1">
        <p:scale>
          <a:sx n="96" d="100"/>
          <a:sy n="96" d="100"/>
        </p:scale>
        <p:origin x="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AC-7842-BE00-159711AAA09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AC-7842-BE00-159711AAA093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AC-7842-BE00-159711AAA093}"/>
              </c:ext>
            </c:extLst>
          </c:dPt>
          <c:cat>
            <c:strRef>
              <c:f>Sheet1!$A$1:$A$3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Sheet1!$B$1:$B$3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AC-7842-BE00-159711AAA0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C4-6A4F-9733-A4E4F85B928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C4-6A4F-9733-A4E4F85B9283}"/>
              </c:ext>
            </c:extLst>
          </c:dPt>
          <c:dPt>
            <c:idx val="2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BC4-6A4F-9733-A4E4F85B9283}"/>
              </c:ext>
            </c:extLst>
          </c:dPt>
          <c:cat>
            <c:strRef>
              <c:f>Sheet1!$A$1:$A$3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Sheet1!$B$1:$B$3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C4-6A4F-9733-A4E4F85B9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A8-7D47-BF33-328E4F71F1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A8-7D47-BF33-328E4F71F155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A8-7D47-BF33-328E4F71F15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7A8-7D47-BF33-328E4F71F155}"/>
              </c:ext>
            </c:extLst>
          </c:dPt>
          <c:cat>
            <c:strRef>
              <c:f>Sheet1!$A$1:$A$4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Sheet1!$B$1:$B$4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A8-7D47-BF33-328E4F71F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EA-3548-8ABE-77AB6F122A2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EA-3548-8ABE-77AB6F122A20}"/>
              </c:ext>
            </c:extLst>
          </c:dPt>
          <c:cat>
            <c:strRef>
              <c:f>Sheet1!$A$1:$A$2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Sheet1!$B$1:$B$2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EA-3548-8ABE-77AB6F122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5AFF-D477-5C83-4D7E-3949B31CD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B7B28-0539-71AA-BF5D-E402BAB14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5078E-526D-6952-E18C-51C1BB215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94F06-22A8-808C-C949-E64EE599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B993-DCEB-DF45-796D-06AD991D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9629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812B-0FC4-6E03-6827-A2FA5EC30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797B9-3A7A-25D1-C4AB-18F479600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D158C-9913-63EB-D216-5620C1D7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91E3C-7D1B-1F96-94EF-BC0A6FC8B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0773C-564F-E07E-421C-A68F18FD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7433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34AD-08D1-88D6-B583-82239E59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AA662-A812-8742-45AF-7AD4605B6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853AF-A855-26F3-FA5E-7D5CE0519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5356B-1D47-1B63-8135-46AB3A22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3206B-ADC1-1835-3DFF-617591A9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090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A550-4D51-19B7-B07E-657D9308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51FD9-5332-99D7-B2D1-FB642A8B9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549F4-DB97-83D3-8500-35C47E02A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F4741-1124-EAF2-CC83-88D06935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44D8E-E618-176D-777E-5A86CDAB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749C6-87FF-71D4-82B6-D8E63C22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8005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6308-DBE3-D58A-9660-34EA7DB7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DA23F-581F-EC01-541C-84667E33D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3DD1D-394D-2510-E03E-E76C67911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5C81F-D507-267D-5CD2-ADB313BC2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602C0-97D8-8C17-1A0A-9DC554126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07229-526A-732C-04CB-23C583FB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D0DE19-9DD8-0847-71B4-58A95438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BA5CB-FFE2-38E9-58A4-D1DA9169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7448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E9D4-253B-EFF0-90F4-730521F8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20F27-BDA2-81E8-E7BC-34332CF5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D25C6-279D-3DC2-F7A2-C4BC9D06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A7CC3-065D-1631-0254-522132D5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5996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76443-E9A6-56C8-72AA-C471A33F8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F1E96-96B9-EFDC-A6CE-9D3700A3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19AD1-234D-C5B4-4EB2-2D5DE2BE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15030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1332-B49B-3766-FF61-966006B7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9694B-2718-BB80-27EE-91449D7E5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A3746-3293-ADDB-A11B-C2A590E2C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01C9D-A748-2AE1-F297-1335A56B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F8A01-84AE-91F0-EBD5-0681C1A0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233C4-8E22-8975-C882-E0392E04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6217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E5E4-7CCF-EDB6-19F3-0874C421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7E8F2-763A-F4E9-DD9D-250E33B17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5F946-AE89-72DB-D6FB-81076D32C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B8B6E-2C3B-7F02-0295-9A60EA5E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74442-6983-DD18-5F25-9BA35990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55047-FFE2-0A4B-5A20-93439F72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8479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8710-77D8-9E12-B826-906EB02B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C6D06-E8B8-14F9-A00D-8849F5025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3763C-A2D1-CAFA-C988-E3250154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A6614-5909-0CCD-16C3-C0A08D2A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D0CAA-DE24-C2DC-3991-A81886E1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59866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FD9CBF-A7A1-A3B1-DBC1-74E27D86B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18ACA-50EB-8726-541E-636EB0CC2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72809-D24B-0473-22FD-D2B40122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8E45-7611-ABDF-EC15-1A28F670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AA9A4-83F6-95E0-4C3F-E3880336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5623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3D058-B094-0A08-D34C-FBC8DBC5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F0965-B96C-FBF5-9441-61B44389D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D325E-0875-357E-E750-C1E5552FB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08325-B86E-5E4F-93BF-D7BC28815164}" type="datetimeFigureOut">
              <a:rPr lang="en-JP" smtClean="0"/>
              <a:t>2025/06/19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EEACC-51FE-C3D7-FDC3-A0DB03CFC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08F82-F897-6C23-4060-085D4D83E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7B5B7-564C-BF41-A68A-885FB979B27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1835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649E7-AE62-760D-5CB3-15AFB9067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98450"/>
            <a:ext cx="9486900" cy="62611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BC5E0CB-87A5-578D-0249-75736BE0A7FC}"/>
              </a:ext>
            </a:extLst>
          </p:cNvPr>
          <p:cNvSpPr/>
          <p:nvPr/>
        </p:nvSpPr>
        <p:spPr>
          <a:xfrm>
            <a:off x="7938890" y="487982"/>
            <a:ext cx="221261" cy="2212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B09878-C492-803B-1FA2-D58A44F2C285}"/>
              </a:ext>
            </a:extLst>
          </p:cNvPr>
          <p:cNvSpPr/>
          <p:nvPr/>
        </p:nvSpPr>
        <p:spPr>
          <a:xfrm>
            <a:off x="6424535" y="1577931"/>
            <a:ext cx="221261" cy="221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931D95-5862-B24A-2614-E541E303B2E4}"/>
              </a:ext>
            </a:extLst>
          </p:cNvPr>
          <p:cNvSpPr/>
          <p:nvPr/>
        </p:nvSpPr>
        <p:spPr>
          <a:xfrm>
            <a:off x="2629968" y="3547556"/>
            <a:ext cx="221261" cy="22126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7D13D6-49AF-2AD2-0F44-939D2BC69E3F}"/>
              </a:ext>
            </a:extLst>
          </p:cNvPr>
          <p:cNvSpPr/>
          <p:nvPr/>
        </p:nvSpPr>
        <p:spPr>
          <a:xfrm>
            <a:off x="4669041" y="4024047"/>
            <a:ext cx="221261" cy="22126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6D1369-D981-C3C9-F20D-8B387A57C420}"/>
              </a:ext>
            </a:extLst>
          </p:cNvPr>
          <p:cNvSpPr/>
          <p:nvPr/>
        </p:nvSpPr>
        <p:spPr>
          <a:xfrm>
            <a:off x="5099233" y="3644010"/>
            <a:ext cx="221261" cy="22126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3D0166-A795-4A01-F707-30AEE861160E}"/>
              </a:ext>
            </a:extLst>
          </p:cNvPr>
          <p:cNvSpPr/>
          <p:nvPr/>
        </p:nvSpPr>
        <p:spPr>
          <a:xfrm>
            <a:off x="6119150" y="3207739"/>
            <a:ext cx="221261" cy="2212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245090-CF8C-507D-B544-580D6C73D460}"/>
              </a:ext>
            </a:extLst>
          </p:cNvPr>
          <p:cNvSpPr/>
          <p:nvPr/>
        </p:nvSpPr>
        <p:spPr>
          <a:xfrm>
            <a:off x="4569985" y="2734897"/>
            <a:ext cx="221261" cy="22126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16F260F-029B-248B-6187-78F9690B56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1023092"/>
              </p:ext>
            </p:extLst>
          </p:nvPr>
        </p:nvGraphicFramePr>
        <p:xfrm>
          <a:off x="6424535" y="2434858"/>
          <a:ext cx="705470" cy="576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1EEAA64-2685-A5D4-6260-5140963966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879014"/>
              </p:ext>
            </p:extLst>
          </p:nvPr>
        </p:nvGraphicFramePr>
        <p:xfrm>
          <a:off x="2090230" y="3922224"/>
          <a:ext cx="705470" cy="576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D461FC8-B6D0-AA24-4745-9D6302E0B6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5541440"/>
              </p:ext>
            </p:extLst>
          </p:nvPr>
        </p:nvGraphicFramePr>
        <p:xfrm>
          <a:off x="4890302" y="4285686"/>
          <a:ext cx="874394" cy="576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27037016-51A8-62FD-9F7E-EAAC26BAE9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442242"/>
              </p:ext>
            </p:extLst>
          </p:nvPr>
        </p:nvGraphicFramePr>
        <p:xfrm>
          <a:off x="5099233" y="2046780"/>
          <a:ext cx="859041" cy="576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59379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Jiefeng Kang</dc:creator>
  <cp:lastModifiedBy>Jiefeng Kang</cp:lastModifiedBy>
  <cp:revision>1</cp:revision>
  <dcterms:created xsi:type="dcterms:W3CDTF">2025-06-19T06:57:43Z</dcterms:created>
  <dcterms:modified xsi:type="dcterms:W3CDTF">2025-06-19T07:06:57Z</dcterms:modified>
</cp:coreProperties>
</file>